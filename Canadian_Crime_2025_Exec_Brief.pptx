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7C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Canadian Crime, 2025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097280" y="356616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5DB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crime eased in 2025 — but only modestly, and not everywhere. A first turn down after a decade of rising severity.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Team  ·  August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424160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88752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53344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17936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L ; D 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mixed picture — headlines down, but only a little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−4.86%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Severity Index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straight annual decline — CSI 75.01 in 2025 vs. 78.84 in 2024.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8256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8256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18256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crime rate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55416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100,000 population, vs. 2024. A modest give-back.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6432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6432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+2.35%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196432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clearance rate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33592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36.64% in 2025 — reversing recent declines.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74607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8974607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Homicide 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11767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First-degree murder down 23.7%.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Headlines moved down and clearance moved up — but the improvement is small next to a decade of increases.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 — 2025 in four numbers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L O N G   V I E 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Crime Severity Index — a small step back after a long climb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65960"/>
            <a:ext cx="7589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numbers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75.01 (−4.86%). Non-violent CSI 66.78 (−5.26%). Violent CSI 97.19 (−4.17%).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modest reversal, not a return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CSI climbed almost every year from 2014 through 2024. 2025's dip walks back only a fraction of that decade-long climb.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Non-violent led the improvement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Non-violent CSI drove most of the 2025 improvement — youth non-violent CSI fell −6.41%.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Canada, 2000–2025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G O O D   N E W 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 across most major categories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Violent crime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−16.5%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057400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Homicide rate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−23.7%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057400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First-degree murder 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−15.0%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57400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murder 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declines in the most serious offences.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68698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6869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71618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crime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368698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−16.4%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786018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Motor-vehicle theft rate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68698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−10.6%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786018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&amp; entering rate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68698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−3.8%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786018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property crime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68698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Big-ticket property crimes fell sharply.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97317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00237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Cyber, organized &amp; hate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097317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yr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14637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— second year of decline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7317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 yr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514637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Organized crime — first drop since 2021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97317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514637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crime incidents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97317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categories saw declines in 2025 vs. 2024.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change vs. 2024 · rates per 100,000 population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U T   N O T   E V E R Y W H E R 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Serious offences that still moved the wrong way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31720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77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+4.10%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331720" y="23865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Arson, disregard for human life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6791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per 100,000 population — the most dangerous arson category rose against a falling overall trend.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172968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186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+3.49%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331720" y="32278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Sexual assault, level 2 (weapon or bodily harm)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3172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Aggravated sexual assault categories moved unevenly — level 1 was −1.22%, level 3 was −3.19%, but level 2 climbed.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014216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599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+16.7%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331720" y="4069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Trafficking in stolen property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31720" y="4361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sharpest jump in the property-crime table — even as motor-vehicle theft and B&amp;E fell sharply.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855464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855464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90118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+11.4%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331720" y="4910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Shoplifting $5,000 or under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5202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501.64 per 100,000 — continues to run against the broader property-crime decline.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696712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696712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7424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+2.66%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2331720" y="57515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over $5,000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31720" y="6044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high-value property categories to rise year over year.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2331720"/>
            <a:ext cx="4053535" cy="3840480"/>
          </a:xfrm>
          <a:prstGeom prst="roundRect">
            <a:avLst>
              <a:gd name="adj" fmla="val 3571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8120" y="260604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818120" y="3063240"/>
            <a:ext cx="3413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picture is down, but </a:t>
            </a:r>
            <a:pPr indent="0" marL="0">
              <a:buNone/>
            </a:pPr>
            <a:r>
              <a:rPr lang="en-US" sz="1200" b="1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masks pockets that got worse</a:t>
            </a:r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two of them (arson-with-disregard-for-life and level-2 sexual assault) sit at the serious end of the harm scale.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818120" y="4526280"/>
            <a:ext cx="3413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offences to </a:t>
            </a:r>
            <a:pPr indent="0" marL="0">
              <a:buNone/>
            </a:pPr>
            <a:r>
              <a:rPr lang="en-US" sz="1200" b="1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programme leads</a:t>
            </a:r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as we communicate an overall improvement.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18120" y="557784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C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percentage change in rate, 2025 vs. 2024.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change in rate per 100,000 population, 2025 vs. 2024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Y B E R C R I M 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Cybercrime plateaus — a second straight year off the peak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65960"/>
            <a:ext cx="7589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number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90,643 cyber-related violations in 2025 — a second straight annual decline from the peak reached in 2023.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look at the scale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~6× the 2014 baseline of 15,184. The plateau is high, not low.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dominates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alone accounts for 44,542 of 2025 cyber violations — nearly half the total.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Canada, selected police services · StatCan Table 35-10-0001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O L I C E   C L E A R A N C 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rate ticks up — first real gain in a decade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65960"/>
            <a:ext cx="7589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numbers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clearance rate 36.64% (+2.35%). Violent 54.46%. Non-violent 26.28%.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reversal, but off a decade-long slide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rates had trended down for years, especially for violent crime. 2025 is the first meaningful uptick.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start, not a fix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Non-violent clearance at ~26% means roughly three-quarters of those cases still go unresolved.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clearance rate, Canada · StatCan Table 35-10-0026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U T   I T   I N   C O N T E X 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modest give-back after a decade of rising severity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3172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CSI SITS NOW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8346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CSI of 75.01 — down from 78.84 in 2024 but still well above the 2014 low visible on the CSI chart.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233172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8768" y="25146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CSI STAYS HIGH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98768" y="28346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598768" y="34290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CSI fell 4.17% to 97.19 — barely off its 2024 peak of 101.42, and roughly where it sat in 2007.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262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OF THE MOVE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484632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−2.4%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0120" y="544068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crime rate fell 2.4% and CSI fell 4.86% — modest next to the sustained rise since 2014.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8728" y="434340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8768" y="45262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OF TRAVEL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98768" y="484632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years down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598768" y="544068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annual decline is real, not noise — but one more data point is needed before calling it a durable reversal.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635508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922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turned in 2025, but the magnitude is small and the gains are uneven. Communicate an improving trend — and keep resourcing on the serious offences that still moved up.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Canada, Crime Severity Index, 2000–2025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 E   T O   W A T C 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Organized crime — 2025 breaks a 5-year climb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65960"/>
            <a:ext cx="758952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number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14,398 organized-crime violations in 2025 — the first year-over-year decline since 2021 (down from 14,898 in 2024).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near the peak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tripled from 4,810 violations in 2016, so 2025 remains nearly 3× the 2016 level.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volume is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(6,728) and motor-vehicle theft (1,475) remain the top two organized-crime charges in 2025.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Canada, selected police services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2026-08-13T23:34:28Z</dcterms:created>
  <dcterms:modified xsi:type="dcterms:W3CDTF">2026-08-13T23:34:28Z</dcterms:modified>
</cp:coreProperties>
</file>